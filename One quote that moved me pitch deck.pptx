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06" r:id="rId4"/>
  </p:sldMasterIdLst>
  <p:notesMasterIdLst>
    <p:notesMasterId r:id="rId10"/>
  </p:notesMasterIdLst>
  <p:handoutMasterIdLst>
    <p:handoutMasterId r:id="rId11"/>
  </p:handoutMasterIdLst>
  <p:sldIdLst>
    <p:sldId id="332" r:id="rId5"/>
    <p:sldId id="333" r:id="rId6"/>
    <p:sldId id="334" r:id="rId7"/>
    <p:sldId id="336" r:id="rId8"/>
    <p:sldId id="34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C083E6E3-FA7D-4D7B-A595-EF9225AFEA82}">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388" autoAdjust="0"/>
  </p:normalViewPr>
  <p:slideViewPr>
    <p:cSldViewPr snapToGrid="0">
      <p:cViewPr varScale="1">
        <p:scale>
          <a:sx n="70" d="100"/>
          <a:sy n="70" d="100"/>
        </p:scale>
        <p:origin x="536" y="56"/>
      </p:cViewPr>
      <p:guideLst>
        <p:guide orient="horz" pos="2160"/>
        <p:guide pos="3840"/>
      </p:guideLst>
    </p:cSldViewPr>
  </p:slideViewPr>
  <p:outlineViewPr>
    <p:cViewPr>
      <p:scale>
        <a:sx n="33" d="100"/>
        <a:sy n="33" d="100"/>
      </p:scale>
      <p:origin x="0" y="-3456"/>
    </p:cViewPr>
  </p:outlineViewPr>
  <p:notesTextViewPr>
    <p:cViewPr>
      <p:scale>
        <a:sx n="1" d="1"/>
        <a:sy n="1" d="1"/>
      </p:scale>
      <p:origin x="0" y="0"/>
    </p:cViewPr>
  </p:notesTextViewPr>
  <p:sorterViewPr>
    <p:cViewPr>
      <p:scale>
        <a:sx n="100" d="100"/>
        <a:sy n="100" d="100"/>
      </p:scale>
      <p:origin x="0" y="-7325"/>
    </p:cViewPr>
  </p:sorterViewPr>
  <p:notesViewPr>
    <p:cSldViewPr snapToGrid="0">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D8E7403-EB4A-4177-AFCE-6A9D7B160C6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AC49177-C030-4043-9380-EA6E4C94A16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C7415F-6970-4DE4-93F1-94FEF07D0F1C}" type="datetimeFigureOut">
              <a:rPr lang="en-US" smtClean="0"/>
              <a:t>11/18/2025</a:t>
            </a:fld>
            <a:endParaRPr lang="en-US" dirty="0"/>
          </a:p>
        </p:txBody>
      </p:sp>
      <p:sp>
        <p:nvSpPr>
          <p:cNvPr id="4" name="Footer Placeholder 3">
            <a:extLst>
              <a:ext uri="{FF2B5EF4-FFF2-40B4-BE49-F238E27FC236}">
                <a16:creationId xmlns:a16="http://schemas.microsoft.com/office/drawing/2014/main" id="{BC4C83CE-EC9B-40C4-BD7A-48797AE5B1D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EE9A75D-9B4E-4704-98C7-2A42472F118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4CC6D6D-E986-427F-AD9C-4E9408DDBE53}" type="slidenum">
              <a:rPr lang="en-US" smtClean="0"/>
              <a:t>‹#›</a:t>
            </a:fld>
            <a:endParaRPr lang="en-US" dirty="0"/>
          </a:p>
        </p:txBody>
      </p:sp>
    </p:spTree>
    <p:extLst>
      <p:ext uri="{BB962C8B-B14F-4D97-AF65-F5344CB8AC3E}">
        <p14:creationId xmlns:p14="http://schemas.microsoft.com/office/powerpoint/2010/main" val="2998774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86E6E5-5A19-4AE7-8D4E-049C5315C9A0}" type="datetimeFigureOut">
              <a:rPr lang="en-US" smtClean="0"/>
              <a:t>11/18/2025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5A580F-E35D-42E1-AF82-E41CC201EA91}" type="slidenum">
              <a:rPr lang="en-US" smtClean="0"/>
              <a:t>‹#›</a:t>
            </a:fld>
            <a:endParaRPr lang="en-US" dirty="0"/>
          </a:p>
        </p:txBody>
      </p:sp>
    </p:spTree>
    <p:extLst>
      <p:ext uri="{BB962C8B-B14F-4D97-AF65-F5344CB8AC3E}">
        <p14:creationId xmlns:p14="http://schemas.microsoft.com/office/powerpoint/2010/main" val="14536806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15A580F-E35D-42E1-AF82-E41CC201EA91}" type="slidenum">
              <a:rPr lang="en-US" smtClean="0"/>
              <a:t>1</a:t>
            </a:fld>
            <a:endParaRPr lang="en-US" dirty="0"/>
          </a:p>
        </p:txBody>
      </p:sp>
    </p:spTree>
    <p:extLst>
      <p:ext uri="{BB962C8B-B14F-4D97-AF65-F5344CB8AC3E}">
        <p14:creationId xmlns:p14="http://schemas.microsoft.com/office/powerpoint/2010/main" val="29348846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15A580F-E35D-42E1-AF82-E41CC201EA91}" type="slidenum">
              <a:rPr lang="en-US" smtClean="0"/>
              <a:t>2</a:t>
            </a:fld>
            <a:endParaRPr lang="en-US" dirty="0"/>
          </a:p>
        </p:txBody>
      </p:sp>
    </p:spTree>
    <p:extLst>
      <p:ext uri="{BB962C8B-B14F-4D97-AF65-F5344CB8AC3E}">
        <p14:creationId xmlns:p14="http://schemas.microsoft.com/office/powerpoint/2010/main" val="17215353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15A580F-E35D-42E1-AF82-E41CC201EA91}" type="slidenum">
              <a:rPr lang="en-US" smtClean="0"/>
              <a:t>3</a:t>
            </a:fld>
            <a:endParaRPr lang="en-US" dirty="0"/>
          </a:p>
        </p:txBody>
      </p:sp>
    </p:spTree>
    <p:extLst>
      <p:ext uri="{BB962C8B-B14F-4D97-AF65-F5344CB8AC3E}">
        <p14:creationId xmlns:p14="http://schemas.microsoft.com/office/powerpoint/2010/main" val="28981216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15A580F-E35D-42E1-AF82-E41CC201EA91}" type="slidenum">
              <a:rPr lang="en-US" smtClean="0"/>
              <a:t>4</a:t>
            </a:fld>
            <a:endParaRPr lang="en-US" dirty="0"/>
          </a:p>
        </p:txBody>
      </p:sp>
    </p:spTree>
    <p:extLst>
      <p:ext uri="{BB962C8B-B14F-4D97-AF65-F5344CB8AC3E}">
        <p14:creationId xmlns:p14="http://schemas.microsoft.com/office/powerpoint/2010/main" val="15503893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15A580F-E35D-42E1-AF82-E41CC201EA91}" type="slidenum">
              <a:rPr lang="en-US" smtClean="0"/>
              <a:t>5</a:t>
            </a:fld>
            <a:endParaRPr lang="en-US" dirty="0"/>
          </a:p>
        </p:txBody>
      </p:sp>
    </p:spTree>
    <p:extLst>
      <p:ext uri="{BB962C8B-B14F-4D97-AF65-F5344CB8AC3E}">
        <p14:creationId xmlns:p14="http://schemas.microsoft.com/office/powerpoint/2010/main" val="16805365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678426"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678426"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C3DB2ADC-AF19-4574-8C10-79B5B04FCA27}" type="slidenum">
              <a:rPr lang="en-US" smtClean="0"/>
              <a:pPr/>
              <a:t>‹#›</a:t>
            </a:fld>
            <a:endParaRPr lang="en-US" dirty="0"/>
          </a:p>
        </p:txBody>
      </p:sp>
    </p:spTree>
    <p:extLst>
      <p:ext uri="{BB962C8B-B14F-4D97-AF65-F5344CB8AC3E}">
        <p14:creationId xmlns:p14="http://schemas.microsoft.com/office/powerpoint/2010/main" val="3450219008"/>
      </p:ext>
    </p:extLst>
  </p:cSld>
  <p:clrMapOvr>
    <a:masterClrMapping/>
  </p:clrMapOvr>
  <p:hf hdr="0" ftr="0" dt="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C3DB2ADC-AF19-4574-8C10-79B5B04FCA27}" type="slidenum">
              <a:rPr lang="en-US" smtClean="0"/>
              <a:pPr/>
              <a:t>‹#›</a:t>
            </a:fld>
            <a:endParaRPr lang="en-US" dirty="0"/>
          </a:p>
        </p:txBody>
      </p:sp>
    </p:spTree>
    <p:extLst>
      <p:ext uri="{BB962C8B-B14F-4D97-AF65-F5344CB8AC3E}">
        <p14:creationId xmlns:p14="http://schemas.microsoft.com/office/powerpoint/2010/main" val="3745873196"/>
      </p:ext>
    </p:extLst>
  </p:cSld>
  <p:clrMapOvr>
    <a:masterClrMapping/>
  </p:clrMapOvr>
  <p:hf hdr="0" ftr="0" dt="0"/>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C3DB2ADC-AF19-4574-8C10-79B5B04FCA27}" type="slidenum">
              <a:rPr lang="en-US" smtClean="0"/>
              <a:pPr/>
              <a:t>‹#›</a:t>
            </a:fld>
            <a:endParaRPr lang="en-US" dirty="0"/>
          </a:p>
        </p:txBody>
      </p:sp>
    </p:spTree>
    <p:extLst>
      <p:ext uri="{BB962C8B-B14F-4D97-AF65-F5344CB8AC3E}">
        <p14:creationId xmlns:p14="http://schemas.microsoft.com/office/powerpoint/2010/main" val="3898288688"/>
      </p:ext>
    </p:extLst>
  </p:cSld>
  <p:clrMapOvr>
    <a:masterClrMapping/>
  </p:clrMapOvr>
  <p:hf hdr="0" ftr="0" dt="0"/>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22096"/>
            <a:ext cx="10691265" cy="112793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15383" y="2128684"/>
            <a:ext cx="5304417" cy="3844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72200" y="2128684"/>
            <a:ext cx="5219700" cy="3844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C3DB2ADC-AF19-4574-8C10-79B5B04FCA27}" type="slidenum">
              <a:rPr lang="en-US" smtClean="0"/>
              <a:pPr/>
              <a:t>‹#›</a:t>
            </a:fld>
            <a:endParaRPr lang="en-US" dirty="0"/>
          </a:p>
        </p:txBody>
      </p:sp>
    </p:spTree>
    <p:extLst>
      <p:ext uri="{BB962C8B-B14F-4D97-AF65-F5344CB8AC3E}">
        <p14:creationId xmlns:p14="http://schemas.microsoft.com/office/powerpoint/2010/main" val="385649623"/>
      </p:ext>
    </p:extLst>
  </p:cSld>
  <p:clrMapOvr>
    <a:masterClrMapping/>
  </p:clrMapOvr>
  <p:hf hdr="0" ftr="0" dt="0"/>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685887" y="929148"/>
            <a:ext cx="10640005" cy="761540"/>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15384" y="1681163"/>
            <a:ext cx="5282192"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15384" y="2505075"/>
            <a:ext cx="5282192" cy="34237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72200" y="1681163"/>
            <a:ext cx="5183188"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72200" y="2505075"/>
            <a:ext cx="5183188" cy="34237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endParaRPr lang="en-US" dirty="0"/>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C3DB2ADC-AF19-4574-8C10-79B5B04FCA27}" type="slidenum">
              <a:rPr lang="en-US" smtClean="0"/>
              <a:pPr/>
              <a:t>‹#›</a:t>
            </a:fld>
            <a:endParaRPr lang="en-US" dirty="0"/>
          </a:p>
        </p:txBody>
      </p:sp>
    </p:spTree>
    <p:extLst>
      <p:ext uri="{BB962C8B-B14F-4D97-AF65-F5344CB8AC3E}">
        <p14:creationId xmlns:p14="http://schemas.microsoft.com/office/powerpoint/2010/main" val="3875804711"/>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C3DB2ADC-AF19-4574-8C10-79B5B04FCA27}" type="slidenum">
              <a:rPr lang="en-US" smtClean="0"/>
              <a:pPr/>
              <a:t>‹#›</a:t>
            </a:fld>
            <a:endParaRPr lang="en-US" dirty="0"/>
          </a:p>
        </p:txBody>
      </p:sp>
    </p:spTree>
    <p:extLst>
      <p:ext uri="{BB962C8B-B14F-4D97-AF65-F5344CB8AC3E}">
        <p14:creationId xmlns:p14="http://schemas.microsoft.com/office/powerpoint/2010/main" val="847215405"/>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endParaRPr lang="en-US" dirty="0"/>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C3DB2ADC-AF19-4574-8C10-79B5B04FCA27}" type="slidenum">
              <a:rPr lang="en-US" smtClean="0"/>
              <a:pPr/>
              <a:t>‹#›</a:t>
            </a:fld>
            <a:endParaRPr lang="en-US" dirty="0"/>
          </a:p>
        </p:txBody>
      </p:sp>
    </p:spTree>
    <p:extLst>
      <p:ext uri="{BB962C8B-B14F-4D97-AF65-F5344CB8AC3E}">
        <p14:creationId xmlns:p14="http://schemas.microsoft.com/office/powerpoint/2010/main" val="2539099094"/>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678426" y="781665"/>
            <a:ext cx="4093599" cy="122345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688258" y="2315497"/>
            <a:ext cx="4093599" cy="355349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C3DB2ADC-AF19-4574-8C10-79B5B04FCA27}" type="slidenum">
              <a:rPr lang="en-US" smtClean="0"/>
              <a:pPr/>
              <a:t>‹#›</a:t>
            </a:fld>
            <a:endParaRPr lang="en-US" dirty="0"/>
          </a:p>
        </p:txBody>
      </p:sp>
    </p:spTree>
    <p:extLst>
      <p:ext uri="{BB962C8B-B14F-4D97-AF65-F5344CB8AC3E}">
        <p14:creationId xmlns:p14="http://schemas.microsoft.com/office/powerpoint/2010/main" val="4230824194"/>
      </p:ext>
    </p:extLst>
  </p:cSld>
  <p:clrMapOvr>
    <a:masterClrMapping/>
  </p:clrMapOvr>
  <p:hf hdr="0" ftr="0" dt="0"/>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683342"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683342"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C3DB2ADC-AF19-4574-8C10-79B5B04FCA27}" type="slidenum">
              <a:rPr lang="en-US" smtClean="0"/>
              <a:pPr/>
              <a:t>‹#›</a:t>
            </a:fld>
            <a:endParaRPr lang="en-US" dirty="0"/>
          </a:p>
        </p:txBody>
      </p:sp>
    </p:spTree>
    <p:extLst>
      <p:ext uri="{BB962C8B-B14F-4D97-AF65-F5344CB8AC3E}">
        <p14:creationId xmlns:p14="http://schemas.microsoft.com/office/powerpoint/2010/main" val="3162754729"/>
      </p:ext>
    </p:extLst>
  </p:cSld>
  <p:clrMapOvr>
    <a:masterClrMapping/>
  </p:clrMapOvr>
  <p:hf hdr="0" ftr="0" dt="0"/>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C3DB2ADC-AF19-4574-8C10-79B5B04FCA27}" type="slidenum">
              <a:rPr lang="en-US" smtClean="0"/>
              <a:pPr/>
              <a:t>‹#›</a:t>
            </a:fld>
            <a:endParaRPr lang="en-US" dirty="0"/>
          </a:p>
        </p:txBody>
      </p:sp>
    </p:spTree>
    <p:extLst>
      <p:ext uri="{BB962C8B-B14F-4D97-AF65-F5344CB8AC3E}">
        <p14:creationId xmlns:p14="http://schemas.microsoft.com/office/powerpoint/2010/main" val="63253305"/>
      </p:ext>
    </p:extLst>
  </p:cSld>
  <p:clrMapOvr>
    <a:masterClrMapping/>
  </p:clrMapOvr>
  <p:hf hdr="0" ftr="0" dt="0"/>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838200" y="997973"/>
            <a:ext cx="8404122"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C3DB2ADC-AF19-4574-8C10-79B5B04FCA27}" type="slidenum">
              <a:rPr lang="en-US" smtClean="0"/>
              <a:pPr/>
              <a:t>‹#›</a:t>
            </a:fld>
            <a:endParaRPr lang="en-US" dirty="0"/>
          </a:p>
        </p:txBody>
      </p:sp>
    </p:spTree>
    <p:extLst>
      <p:ext uri="{BB962C8B-B14F-4D97-AF65-F5344CB8AC3E}">
        <p14:creationId xmlns:p14="http://schemas.microsoft.com/office/powerpoint/2010/main" val="1143217190"/>
      </p:ext>
    </p:extLst>
  </p:cSld>
  <p:clrMapOvr>
    <a:masterClrMapping/>
  </p:clrMapOvr>
  <p:hf hdr="0" ftr="0" dt="0"/>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bg>
      <p:bgRef idx="1001">
        <a:schemeClr val="bg1"/>
      </p:bgRef>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9AE8321-5884-9E75-1272-926961F3131D}"/>
              </a:ext>
            </a:extLst>
          </p:cNvPr>
          <p:cNvSpPr>
            <a:spLocks noGrp="1"/>
          </p:cNvSpPr>
          <p:nvPr>
            <p:ph type="title" hasCustomPrompt="1"/>
          </p:nvPr>
        </p:nvSpPr>
        <p:spPr>
          <a:xfrm>
            <a:off x="685800" y="908591"/>
            <a:ext cx="4058728" cy="5225507"/>
          </a:xfrm>
        </p:spPr>
        <p:txBody>
          <a:bodyPr anchor="t">
            <a:normAutofit/>
          </a:bodyPr>
          <a:lstStyle>
            <a:lvl1pPr>
              <a:defRPr sz="3200"/>
            </a:lvl1pPr>
          </a:lstStyle>
          <a:p>
            <a:r>
              <a:rPr lang="en-US" dirty="0"/>
              <a:t>Click to add title</a:t>
            </a:r>
          </a:p>
        </p:txBody>
      </p:sp>
      <p:sp>
        <p:nvSpPr>
          <p:cNvPr id="9" name="Picture Placeholder 8">
            <a:extLst>
              <a:ext uri="{FF2B5EF4-FFF2-40B4-BE49-F238E27FC236}">
                <a16:creationId xmlns:a16="http://schemas.microsoft.com/office/drawing/2014/main" id="{B22DF521-FA73-0B43-D1F3-A28543BA84E8}"/>
              </a:ext>
            </a:extLst>
          </p:cNvPr>
          <p:cNvSpPr>
            <a:spLocks noGrp="1"/>
          </p:cNvSpPr>
          <p:nvPr>
            <p:ph type="pic" sz="quarter" idx="10" hasCustomPrompt="1"/>
          </p:nvPr>
        </p:nvSpPr>
        <p:spPr>
          <a:xfrm>
            <a:off x="5699125" y="0"/>
            <a:ext cx="5786438" cy="6134100"/>
          </a:xfrm>
        </p:spPr>
        <p:txBody>
          <a:bodyPr/>
          <a:lstStyle>
            <a:lvl1pPr marL="0" indent="0" algn="ctr">
              <a:buNone/>
              <a:defRPr/>
            </a:lvl1pPr>
          </a:lstStyle>
          <a:p>
            <a:r>
              <a:rPr lang="en-US" dirty="0"/>
              <a:t>Click icon to insert picture</a:t>
            </a:r>
          </a:p>
        </p:txBody>
      </p:sp>
      <p:sp>
        <p:nvSpPr>
          <p:cNvPr id="4" name="Slide Number Placeholder 5">
            <a:extLst>
              <a:ext uri="{FF2B5EF4-FFF2-40B4-BE49-F238E27FC236}">
                <a16:creationId xmlns:a16="http://schemas.microsoft.com/office/drawing/2014/main" id="{400E6515-DDBF-35F4-5C9E-FF113FD164EF}"/>
              </a:ext>
            </a:extLst>
          </p:cNvPr>
          <p:cNvSpPr>
            <a:spLocks noGrp="1"/>
          </p:cNvSpPr>
          <p:nvPr>
            <p:ph type="sldNum" sz="quarter" idx="4"/>
          </p:nvPr>
        </p:nvSpPr>
        <p:spPr>
          <a:xfrm>
            <a:off x="10919012" y="6274074"/>
            <a:ext cx="672354" cy="583926"/>
          </a:xfrm>
          <a:prstGeom prst="rect">
            <a:avLst/>
          </a:prstGeom>
        </p:spPr>
        <p:txBody>
          <a:bodyPr vert="horz" lIns="91440" tIns="45720" rIns="91440" bIns="45720" rtlCol="0" anchor="t"/>
          <a:lstStyle>
            <a:lvl1pPr algn="r">
              <a:defRPr sz="1400">
                <a:solidFill>
                  <a:schemeClr val="tx1"/>
                </a:solidFill>
              </a:defRPr>
            </a:lvl1pPr>
          </a:lstStyle>
          <a:p>
            <a:fld id="{C3DB2ADC-AF19-4574-8C10-79B5B04FCA27}" type="slidenum">
              <a:rPr lang="en-US" smtClean="0"/>
              <a:pPr/>
              <a:t>‹#›</a:t>
            </a:fld>
            <a:endParaRPr lang="en-US" dirty="0"/>
          </a:p>
        </p:txBody>
      </p:sp>
      <p:cxnSp>
        <p:nvCxnSpPr>
          <p:cNvPr id="3" name="Straight Connector 2">
            <a:extLst>
              <a:ext uri="{FF2B5EF4-FFF2-40B4-BE49-F238E27FC236}">
                <a16:creationId xmlns:a16="http://schemas.microsoft.com/office/drawing/2014/main" id="{8B32A424-7EFB-F80C-2BDA-94D103A55F77}"/>
              </a:ext>
              <a:ext uri="{C183D7F6-B498-43B3-948B-1728B52AA6E4}">
                <adec:decorative xmlns:adec="http://schemas.microsoft.com/office/drawing/2017/decorative" val="1"/>
              </a:ext>
            </a:extLst>
          </p:cNvPr>
          <p:cNvCxnSpPr>
            <a:cxnSpLocks/>
          </p:cNvCxnSpPr>
          <p:nvPr userDrawn="1"/>
        </p:nvCxnSpPr>
        <p:spPr>
          <a:xfrm>
            <a:off x="800100" y="723900"/>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68EFEEF-ABDC-22C9-C5DB-0494BEB8687D}"/>
              </a:ext>
              <a:ext uri="{C183D7F6-B498-43B3-948B-1728B52AA6E4}">
                <adec:decorative xmlns:adec="http://schemas.microsoft.com/office/drawing/2017/decorative" val="1"/>
              </a:ext>
            </a:extLst>
          </p:cNvPr>
          <p:cNvCxnSpPr>
            <a:cxnSpLocks/>
          </p:cNvCxnSpPr>
          <p:nvPr userDrawn="1"/>
        </p:nvCxnSpPr>
        <p:spPr>
          <a:xfrm>
            <a:off x="5699342" y="6136928"/>
            <a:ext cx="578672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7000167"/>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2">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7352414-3211-CEB2-31A1-11097989D435}"/>
              </a:ext>
            </a:extLst>
          </p:cNvPr>
          <p:cNvSpPr>
            <a:spLocks noGrp="1"/>
          </p:cNvSpPr>
          <p:nvPr>
            <p:ph type="title" hasCustomPrompt="1"/>
          </p:nvPr>
        </p:nvSpPr>
        <p:spPr>
          <a:xfrm>
            <a:off x="705934" y="723900"/>
            <a:ext cx="3503757" cy="5316415"/>
          </a:xfrm>
        </p:spPr>
        <p:txBody>
          <a:bodyPr>
            <a:normAutofit/>
          </a:bodyPr>
          <a:lstStyle>
            <a:lvl1pPr>
              <a:defRPr sz="3200"/>
            </a:lvl1pPr>
          </a:lstStyle>
          <a:p>
            <a:r>
              <a:rPr lang="en-US" dirty="0"/>
              <a:t>Click to add title</a:t>
            </a:r>
          </a:p>
        </p:txBody>
      </p:sp>
      <p:sp>
        <p:nvSpPr>
          <p:cNvPr id="9" name="Content Placeholder 8">
            <a:extLst>
              <a:ext uri="{FF2B5EF4-FFF2-40B4-BE49-F238E27FC236}">
                <a16:creationId xmlns:a16="http://schemas.microsoft.com/office/drawing/2014/main" id="{4BA26D20-54E1-2490-0D75-F08BCB7D3BFF}"/>
              </a:ext>
            </a:extLst>
          </p:cNvPr>
          <p:cNvSpPr>
            <a:spLocks noGrp="1"/>
          </p:cNvSpPr>
          <p:nvPr>
            <p:ph sz="quarter" idx="10" hasCustomPrompt="1"/>
          </p:nvPr>
        </p:nvSpPr>
        <p:spPr>
          <a:xfrm>
            <a:off x="5582232" y="2053087"/>
            <a:ext cx="5903332" cy="3987230"/>
          </a:xfrm>
        </p:spPr>
        <p:txBody>
          <a:bodyPr anchor="t"/>
          <a:lstStyle>
            <a:lvl1pPr marL="0" indent="0">
              <a:buNone/>
              <a:defRPr/>
            </a:lvl1pPr>
            <a:lvl2pPr marL="742950" indent="-285750">
              <a:buFont typeface="Arial" panose="020B0604020202020204" pitchFamily="34" charset="0"/>
              <a:buChar char="•"/>
              <a:defRPr/>
            </a:lvl2pPr>
            <a:lvl3pPr marL="1200150" indent="-285750">
              <a:buFont typeface="Arial" panose="020B0604020202020204" pitchFamily="34" charset="0"/>
              <a:buChar char="•"/>
              <a:defRPr/>
            </a:lvl3pPr>
            <a:lvl4pPr marL="1657350" indent="-285750">
              <a:buFont typeface="Arial" panose="020B0604020202020204" pitchFamily="34" charset="0"/>
              <a:buChar char="•"/>
              <a:defRPr/>
            </a:lvl4pPr>
            <a:lvl5pPr marL="2114550" indent="-285750">
              <a:buFont typeface="Arial" panose="020B0604020202020204" pitchFamily="34" charset="0"/>
              <a:buChar char="•"/>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a:extLst>
              <a:ext uri="{FF2B5EF4-FFF2-40B4-BE49-F238E27FC236}">
                <a16:creationId xmlns:a16="http://schemas.microsoft.com/office/drawing/2014/main" id="{400E6515-DDBF-35F4-5C9E-FF113FD164EF}"/>
              </a:ext>
            </a:extLst>
          </p:cNvPr>
          <p:cNvSpPr>
            <a:spLocks noGrp="1"/>
          </p:cNvSpPr>
          <p:nvPr>
            <p:ph type="sldNum" sz="quarter" idx="4"/>
          </p:nvPr>
        </p:nvSpPr>
        <p:spPr>
          <a:xfrm>
            <a:off x="10919012" y="6274074"/>
            <a:ext cx="672354" cy="583926"/>
          </a:xfrm>
          <a:prstGeom prst="rect">
            <a:avLst/>
          </a:prstGeom>
        </p:spPr>
        <p:txBody>
          <a:bodyPr vert="horz" lIns="91440" tIns="45720" rIns="91440" bIns="45720" rtlCol="0" anchor="t"/>
          <a:lstStyle>
            <a:lvl1pPr algn="r">
              <a:defRPr sz="1400">
                <a:solidFill>
                  <a:schemeClr val="tx1"/>
                </a:solidFill>
              </a:defRPr>
            </a:lvl1pPr>
          </a:lstStyle>
          <a:p>
            <a:fld id="{C3DB2ADC-AF19-4574-8C10-79B5B04FCA27}" type="slidenum">
              <a:rPr lang="en-US" smtClean="0"/>
              <a:pPr/>
              <a:t>‹#›</a:t>
            </a:fld>
            <a:endParaRPr lang="en-US" dirty="0"/>
          </a:p>
        </p:txBody>
      </p:sp>
      <p:cxnSp>
        <p:nvCxnSpPr>
          <p:cNvPr id="5" name="Straight Connector 4">
            <a:extLst>
              <a:ext uri="{FF2B5EF4-FFF2-40B4-BE49-F238E27FC236}">
                <a16:creationId xmlns:a16="http://schemas.microsoft.com/office/drawing/2014/main" id="{998A376F-AF56-AABE-DFA3-DE5A8C899613}"/>
              </a:ext>
              <a:ext uri="{C183D7F6-B498-43B3-948B-1728B52AA6E4}">
                <adec:decorative xmlns:adec="http://schemas.microsoft.com/office/drawing/2017/decorative" val="1"/>
              </a:ext>
            </a:extLst>
          </p:cNvPr>
          <p:cNvCxnSpPr>
            <a:cxnSpLocks/>
          </p:cNvCxnSpPr>
          <p:nvPr userDrawn="1"/>
        </p:nvCxnSpPr>
        <p:spPr>
          <a:xfrm>
            <a:off x="5695467" y="723900"/>
            <a:ext cx="5790599"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DE9D420-BBEC-E7C6-7E76-FB9791C71C96}"/>
              </a:ext>
              <a:ext uri="{C183D7F6-B498-43B3-948B-1728B52AA6E4}">
                <adec:decorative xmlns:adec="http://schemas.microsoft.com/office/drawing/2017/decorative" val="1"/>
              </a:ext>
            </a:extLst>
          </p:cNvPr>
          <p:cNvCxnSpPr>
            <a:cxnSpLocks/>
          </p:cNvCxnSpPr>
          <p:nvPr userDrawn="1"/>
        </p:nvCxnSpPr>
        <p:spPr>
          <a:xfrm>
            <a:off x="5699342" y="6136928"/>
            <a:ext cx="578672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67220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Section Title">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C0AFB647-646C-4130-9EF5-C19C686B184A}"/>
              </a:ext>
              <a:ext uri="{C183D7F6-B498-43B3-948B-1728B52AA6E4}">
                <adec:decorative xmlns:adec="http://schemas.microsoft.com/office/drawing/2017/decorative" val="1"/>
              </a:ext>
            </a:extLst>
          </p:cNvPr>
          <p:cNvCxnSpPr>
            <a:cxnSpLocks/>
          </p:cNvCxnSpPr>
          <p:nvPr userDrawn="1"/>
        </p:nvCxnSpPr>
        <p:spPr>
          <a:xfrm>
            <a:off x="5715000" y="738013"/>
            <a:ext cx="56769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92D6AD5-5357-463C-B785-6A488FFC8D76}"/>
              </a:ext>
            </a:extLst>
          </p:cNvPr>
          <p:cNvSpPr>
            <a:spLocks noGrp="1"/>
          </p:cNvSpPr>
          <p:nvPr>
            <p:ph type="title" hasCustomPrompt="1"/>
          </p:nvPr>
        </p:nvSpPr>
        <p:spPr>
          <a:xfrm>
            <a:off x="5637007" y="817581"/>
            <a:ext cx="5935869" cy="5238159"/>
          </a:xfrm>
        </p:spPr>
        <p:txBody>
          <a:bodyPr anchor="ctr" anchorCtr="0">
            <a:noAutofit/>
          </a:bodyPr>
          <a:lstStyle>
            <a:lvl1pPr>
              <a:defRPr sz="3200"/>
            </a:lvl1pPr>
          </a:lstStyle>
          <a:p>
            <a:r>
              <a:rPr lang="en-US" dirty="0"/>
              <a:t>Click to add title</a:t>
            </a:r>
          </a:p>
        </p:txBody>
      </p:sp>
      <p:sp>
        <p:nvSpPr>
          <p:cNvPr id="18" name="Picture Placeholder 16">
            <a:extLst>
              <a:ext uri="{FF2B5EF4-FFF2-40B4-BE49-F238E27FC236}">
                <a16:creationId xmlns:a16="http://schemas.microsoft.com/office/drawing/2014/main" id="{EAD023B5-9ABC-4D4A-A1AD-D4D83D662192}"/>
              </a:ext>
            </a:extLst>
          </p:cNvPr>
          <p:cNvSpPr>
            <a:spLocks noGrp="1"/>
          </p:cNvSpPr>
          <p:nvPr>
            <p:ph type="pic" sz="quarter" idx="13"/>
          </p:nvPr>
        </p:nvSpPr>
        <p:spPr>
          <a:xfrm>
            <a:off x="-1" y="1"/>
            <a:ext cx="4876799" cy="6858000"/>
          </a:xfrm>
          <a:prstGeom prst="rect">
            <a:avLst/>
          </a:prstGeom>
        </p:spPr>
        <p:txBody>
          <a:bodyPr>
            <a:normAutofit/>
          </a:bodyPr>
          <a:lstStyle>
            <a:lvl1pPr marL="0" indent="0" algn="ctr">
              <a:buNone/>
              <a:defRPr sz="1800"/>
            </a:lvl1pPr>
          </a:lstStyle>
          <a:p>
            <a:r>
              <a:rPr lang="en-US"/>
              <a:t>Click icon to add picture</a:t>
            </a:r>
            <a:endParaRPr lang="en-US" dirty="0"/>
          </a:p>
        </p:txBody>
      </p:sp>
      <p:cxnSp>
        <p:nvCxnSpPr>
          <p:cNvPr id="12" name="Straight Connector 11">
            <a:extLst>
              <a:ext uri="{FF2B5EF4-FFF2-40B4-BE49-F238E27FC236}">
                <a16:creationId xmlns:a16="http://schemas.microsoft.com/office/drawing/2014/main" id="{5C0A0972-FD9A-4E9D-A0A3-BD0AF8C7B74C}"/>
              </a:ext>
              <a:ext uri="{C183D7F6-B498-43B3-948B-1728B52AA6E4}">
                <adec:decorative xmlns:adec="http://schemas.microsoft.com/office/drawing/2017/decorative" val="1"/>
              </a:ext>
            </a:extLst>
          </p:cNvPr>
          <p:cNvCxnSpPr>
            <a:cxnSpLocks/>
          </p:cNvCxnSpPr>
          <p:nvPr userDrawn="1"/>
        </p:nvCxnSpPr>
        <p:spPr>
          <a:xfrm>
            <a:off x="5715000" y="6134100"/>
            <a:ext cx="56769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9608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Section Break 1">
    <p:spTree>
      <p:nvGrpSpPr>
        <p:cNvPr id="1" name=""/>
        <p:cNvGrpSpPr/>
        <p:nvPr/>
      </p:nvGrpSpPr>
      <p:grpSpPr>
        <a:xfrm>
          <a:off x="0" y="0"/>
          <a:ext cx="0" cy="0"/>
          <a:chOff x="0" y="0"/>
          <a:chExt cx="0" cy="0"/>
        </a:xfrm>
      </p:grpSpPr>
      <p:sp>
        <p:nvSpPr>
          <p:cNvPr id="20" name="Title 10">
            <a:extLst>
              <a:ext uri="{FF2B5EF4-FFF2-40B4-BE49-F238E27FC236}">
                <a16:creationId xmlns:a16="http://schemas.microsoft.com/office/drawing/2014/main" id="{6DC3399C-8B0E-4D7D-A955-FB1F37CF3672}"/>
              </a:ext>
            </a:extLst>
          </p:cNvPr>
          <p:cNvSpPr>
            <a:spLocks noGrp="1"/>
          </p:cNvSpPr>
          <p:nvPr>
            <p:ph type="ctrTitle" hasCustomPrompt="1"/>
          </p:nvPr>
        </p:nvSpPr>
        <p:spPr>
          <a:xfrm>
            <a:off x="710520" y="776873"/>
            <a:ext cx="5854182" cy="3070508"/>
          </a:xfrm>
          <a:prstGeom prst="rect">
            <a:avLst/>
          </a:prstGeom>
        </p:spPr>
        <p:txBody>
          <a:bodyPr anchor="b">
            <a:normAutofit/>
          </a:bodyPr>
          <a:lstStyle>
            <a:lvl1pPr>
              <a:defRPr sz="3200"/>
            </a:lvl1pPr>
          </a:lstStyle>
          <a:p>
            <a:r>
              <a:rPr lang="en-US" dirty="0"/>
              <a:t>Click to add title</a:t>
            </a:r>
          </a:p>
        </p:txBody>
      </p:sp>
      <p:sp>
        <p:nvSpPr>
          <p:cNvPr id="21" name="Subtitle 11">
            <a:extLst>
              <a:ext uri="{FF2B5EF4-FFF2-40B4-BE49-F238E27FC236}">
                <a16:creationId xmlns:a16="http://schemas.microsoft.com/office/drawing/2014/main" id="{13C3C1EB-2C5B-4710-893A-9DD6284D5CB0}"/>
              </a:ext>
            </a:extLst>
          </p:cNvPr>
          <p:cNvSpPr>
            <a:spLocks noGrp="1"/>
          </p:cNvSpPr>
          <p:nvPr>
            <p:ph type="subTitle" idx="1" hasCustomPrompt="1"/>
          </p:nvPr>
        </p:nvSpPr>
        <p:spPr>
          <a:xfrm>
            <a:off x="721202" y="4088927"/>
            <a:ext cx="5842218" cy="1880552"/>
          </a:xfrm>
          <a:prstGeom prst="rect">
            <a:avLst/>
          </a:prstGeom>
        </p:spPr>
        <p:txBody>
          <a:bodyPr>
            <a:normAutofit/>
          </a:bodyPr>
          <a:lstStyle>
            <a:lvl1pPr marL="0" indent="0">
              <a:buNone/>
              <a:defRPr sz="2000"/>
            </a:lvl1pPr>
          </a:lstStyle>
          <a:p>
            <a:r>
              <a:rPr lang="en-US" dirty="0"/>
              <a:t>Click to add subtitle</a:t>
            </a:r>
          </a:p>
        </p:txBody>
      </p:sp>
      <p:sp>
        <p:nvSpPr>
          <p:cNvPr id="30" name="Picture Placeholder 28">
            <a:extLst>
              <a:ext uri="{FF2B5EF4-FFF2-40B4-BE49-F238E27FC236}">
                <a16:creationId xmlns:a16="http://schemas.microsoft.com/office/drawing/2014/main" id="{E335E712-C7FD-4BAC-B89C-58AF6594A4E7}"/>
              </a:ext>
            </a:extLst>
          </p:cNvPr>
          <p:cNvSpPr>
            <a:spLocks noGrp="1"/>
          </p:cNvSpPr>
          <p:nvPr>
            <p:ph type="pic" sz="quarter" idx="13"/>
          </p:nvPr>
        </p:nvSpPr>
        <p:spPr>
          <a:xfrm>
            <a:off x="7315200" y="0"/>
            <a:ext cx="4876800" cy="6858000"/>
          </a:xfrm>
          <a:prstGeom prst="rect">
            <a:avLst/>
          </a:prstGeom>
        </p:spPr>
        <p:txBody>
          <a:bodyPr>
            <a:normAutofit/>
          </a:bodyPr>
          <a:lstStyle>
            <a:lvl1pPr marL="0" indent="0" algn="ctr">
              <a:buNone/>
              <a:defRPr sz="1800"/>
            </a:lvl1pPr>
          </a:lstStyle>
          <a:p>
            <a:r>
              <a:rPr lang="en-US"/>
              <a:t>Click icon to add picture</a:t>
            </a:r>
            <a:endParaRPr lang="en-US" dirty="0"/>
          </a:p>
        </p:txBody>
      </p:sp>
      <p:cxnSp>
        <p:nvCxnSpPr>
          <p:cNvPr id="3" name="Straight Connector 2">
            <a:extLst>
              <a:ext uri="{FF2B5EF4-FFF2-40B4-BE49-F238E27FC236}">
                <a16:creationId xmlns:a16="http://schemas.microsoft.com/office/drawing/2014/main" id="{A541CC69-A0B0-C1BE-2165-D8AD1B7D2DDA}"/>
              </a:ext>
              <a:ext uri="{C183D7F6-B498-43B3-948B-1728B52AA6E4}">
                <adec:decorative xmlns:adec="http://schemas.microsoft.com/office/drawing/2017/decorative" val="1"/>
              </a:ext>
            </a:extLst>
          </p:cNvPr>
          <p:cNvCxnSpPr>
            <a:cxnSpLocks/>
          </p:cNvCxnSpPr>
          <p:nvPr userDrawn="1"/>
        </p:nvCxnSpPr>
        <p:spPr>
          <a:xfrm>
            <a:off x="724574" y="723899"/>
            <a:ext cx="5786724"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0D54A957-6A3F-2C34-A453-905FBAE77CCD}"/>
              </a:ext>
              <a:ext uri="{C183D7F6-B498-43B3-948B-1728B52AA6E4}">
                <adec:decorative xmlns:adec="http://schemas.microsoft.com/office/drawing/2017/decorative" val="1"/>
              </a:ext>
            </a:extLst>
          </p:cNvPr>
          <p:cNvCxnSpPr>
            <a:cxnSpLocks/>
          </p:cNvCxnSpPr>
          <p:nvPr userDrawn="1"/>
        </p:nvCxnSpPr>
        <p:spPr>
          <a:xfrm>
            <a:off x="724574" y="6136928"/>
            <a:ext cx="578672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9181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losing 2">
    <p:bg>
      <p:bgRef idx="1001">
        <a:schemeClr val="bg1"/>
      </p:bgRef>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9AE8321-5884-9E75-1272-926961F3131D}"/>
              </a:ext>
            </a:extLst>
          </p:cNvPr>
          <p:cNvSpPr>
            <a:spLocks noGrp="1"/>
          </p:cNvSpPr>
          <p:nvPr>
            <p:ph type="title" hasCustomPrompt="1"/>
          </p:nvPr>
        </p:nvSpPr>
        <p:spPr>
          <a:xfrm>
            <a:off x="763439" y="684311"/>
            <a:ext cx="4058728" cy="2749009"/>
          </a:xfrm>
        </p:spPr>
        <p:txBody>
          <a:bodyPr anchor="b">
            <a:normAutofit/>
          </a:bodyPr>
          <a:lstStyle>
            <a:lvl1pPr algn="l">
              <a:defRPr sz="3200"/>
            </a:lvl1pPr>
          </a:lstStyle>
          <a:p>
            <a:r>
              <a:rPr lang="en-US" dirty="0"/>
              <a:t>Click to add title</a:t>
            </a:r>
          </a:p>
        </p:txBody>
      </p:sp>
      <p:cxnSp>
        <p:nvCxnSpPr>
          <p:cNvPr id="5" name="Straight Connector 4">
            <a:extLst>
              <a:ext uri="{FF2B5EF4-FFF2-40B4-BE49-F238E27FC236}">
                <a16:creationId xmlns:a16="http://schemas.microsoft.com/office/drawing/2014/main" id="{9D527B4D-405A-DCD2-6970-1162843E00DD}"/>
              </a:ext>
              <a:ext uri="{C183D7F6-B498-43B3-948B-1728B52AA6E4}">
                <adec:decorative xmlns:adec="http://schemas.microsoft.com/office/drawing/2017/decorative" val="1"/>
              </a:ext>
            </a:extLst>
          </p:cNvPr>
          <p:cNvCxnSpPr>
            <a:cxnSpLocks/>
          </p:cNvCxnSpPr>
          <p:nvPr userDrawn="1"/>
        </p:nvCxnSpPr>
        <p:spPr>
          <a:xfrm>
            <a:off x="814484" y="721031"/>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B621246-77E4-43F0-CD40-C7DB9555D266}"/>
              </a:ext>
              <a:ext uri="{C183D7F6-B498-43B3-948B-1728B52AA6E4}">
                <adec:decorative xmlns:adec="http://schemas.microsoft.com/office/drawing/2017/decorative" val="1"/>
              </a:ext>
            </a:extLst>
          </p:cNvPr>
          <p:cNvCxnSpPr>
            <a:cxnSpLocks/>
          </p:cNvCxnSpPr>
          <p:nvPr userDrawn="1"/>
        </p:nvCxnSpPr>
        <p:spPr>
          <a:xfrm>
            <a:off x="5713726" y="6134059"/>
            <a:ext cx="578672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Content Placeholder 12">
            <a:extLst>
              <a:ext uri="{FF2B5EF4-FFF2-40B4-BE49-F238E27FC236}">
                <a16:creationId xmlns:a16="http://schemas.microsoft.com/office/drawing/2014/main" id="{5EB8AC8C-DEDA-D180-1CD8-B67B47276E34}"/>
              </a:ext>
            </a:extLst>
          </p:cNvPr>
          <p:cNvSpPr>
            <a:spLocks noGrp="1"/>
          </p:cNvSpPr>
          <p:nvPr>
            <p:ph sz="quarter" idx="11" hasCustomPrompt="1"/>
          </p:nvPr>
        </p:nvSpPr>
        <p:spPr>
          <a:xfrm>
            <a:off x="757600" y="3662835"/>
            <a:ext cx="4064567" cy="2468396"/>
          </a:xfrm>
        </p:spPr>
        <p:txBody>
          <a:bodyPr/>
          <a:lstStyle>
            <a:lvl1pPr marL="0" indent="0">
              <a:spcBef>
                <a:spcPts val="0"/>
              </a:spcBef>
              <a:buNone/>
              <a:defRPr/>
            </a:lvl1pPr>
            <a:lvl2pPr marL="457200" indent="0">
              <a:spcBef>
                <a:spcPts val="0"/>
              </a:spcBef>
              <a:buNone/>
              <a:defRPr/>
            </a:lvl2pPr>
            <a:lvl3pPr marL="914400" indent="0">
              <a:spcBef>
                <a:spcPts val="0"/>
              </a:spcBef>
              <a:buNone/>
              <a:defRPr/>
            </a:lvl3pPr>
            <a:lvl4pPr marL="1371600" indent="0">
              <a:spcBef>
                <a:spcPts val="0"/>
              </a:spcBef>
              <a:buNone/>
              <a:defRPr/>
            </a:lvl4pPr>
            <a:lvl5pPr marL="1828800" indent="0">
              <a:spcBef>
                <a:spcPts val="0"/>
              </a:spcBef>
              <a:buNone/>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67559532"/>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22096"/>
            <a:ext cx="10691265" cy="137103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93126"/>
            <a:ext cx="10691265" cy="363608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92594" cy="365125"/>
          </a:xfrm>
          <a:prstGeom prst="rect">
            <a:avLst/>
          </a:prstGeom>
        </p:spPr>
        <p:txBody>
          <a:bodyPr vert="horz" lIns="91440" tIns="45720" rIns="91440" bIns="45720" rtlCol="0" anchor="ctr"/>
          <a:lstStyle>
            <a:lvl1pPr algn="r">
              <a:defRPr sz="1050">
                <a:solidFill>
                  <a:schemeClr val="tx1"/>
                </a:solidFill>
                <a:latin typeface="+mj-lt"/>
              </a:defRPr>
            </a:lvl1pPr>
          </a:lstStyle>
          <a:p>
            <a:endParaRPr lang="en-US" dirty="0"/>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15383"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C3DB2ADC-AF19-4574-8C10-79B5B04FCA27}" type="slidenum">
              <a:rPr lang="en-US" smtClean="0"/>
              <a:pPr/>
              <a:t>‹#›</a:t>
            </a:fld>
            <a:endParaRPr lang="en-US" dirty="0"/>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1801979"/>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30" r:id="rId16"/>
  </p:sldLayoutIdLst>
  <p:hf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672">
          <p15:clr>
            <a:srgbClr val="F26B43"/>
          </p15:clr>
        </p15:guide>
        <p15:guide id="4" orient="horz" pos="912">
          <p15:clr>
            <a:srgbClr val="F26B43"/>
          </p15:clr>
        </p15:guide>
        <p15:guide id="5" pos="7176">
          <p15:clr>
            <a:srgbClr val="F26B43"/>
          </p15:clr>
        </p15:guide>
        <p15:guide id="6" pos="504">
          <p15:clr>
            <a:srgbClr val="F26B43"/>
          </p15:clr>
        </p15:guide>
        <p15:guide id="7" orient="horz" pos="38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9D8326-B701-CBE8-39AA-6C700DA49CE4}"/>
              </a:ext>
            </a:extLst>
          </p:cNvPr>
          <p:cNvSpPr>
            <a:spLocks noGrp="1"/>
          </p:cNvSpPr>
          <p:nvPr>
            <p:ph type="title"/>
          </p:nvPr>
        </p:nvSpPr>
        <p:spPr/>
        <p:txBody>
          <a:bodyPr/>
          <a:lstStyle/>
          <a:p>
            <a:r>
              <a:rPr lang="en-US" dirty="0"/>
              <a:t>The captivating quote I recently came across</a:t>
            </a:r>
          </a:p>
        </p:txBody>
      </p:sp>
      <p:pic>
        <p:nvPicPr>
          <p:cNvPr id="8" name="Picture Placeholder 13" descr="A close-up of a pine cone">
            <a:extLst>
              <a:ext uri="{FF2B5EF4-FFF2-40B4-BE49-F238E27FC236}">
                <a16:creationId xmlns:a16="http://schemas.microsoft.com/office/drawing/2014/main" id="{975CC0D6-B1DF-FCDA-F41E-56F7EFA2D49B}"/>
              </a:ext>
            </a:extLst>
          </p:cNvPr>
          <p:cNvPicPr>
            <a:picLocks noGrp="1" noChangeAspect="1"/>
          </p:cNvPicPr>
          <p:nvPr>
            <p:ph type="pic" sz="quarter" idx="10"/>
          </p:nvPr>
        </p:nvPicPr>
        <p:blipFill rotWithShape="1">
          <a:blip r:embed="rId3"/>
          <a:srcRect t="2885" b="2885"/>
          <a:stretch/>
        </p:blipFill>
        <p:spPr/>
      </p:pic>
    </p:spTree>
    <p:extLst>
      <p:ext uri="{BB962C8B-B14F-4D97-AF65-F5344CB8AC3E}">
        <p14:creationId xmlns:p14="http://schemas.microsoft.com/office/powerpoint/2010/main" val="2922288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2B7243AA-A570-5533-577C-6CF74FAD07DC}"/>
              </a:ext>
            </a:extLst>
          </p:cNvPr>
          <p:cNvSpPr>
            <a:spLocks noGrp="1"/>
          </p:cNvSpPr>
          <p:nvPr>
            <p:ph sz="quarter" idx="10"/>
          </p:nvPr>
        </p:nvSpPr>
        <p:spPr/>
        <p:txBody>
          <a:bodyPr/>
          <a:lstStyle/>
          <a:p>
            <a:r>
              <a:rPr lang="en-US" dirty="0"/>
              <a:t>“Try not to resist the changes that come your way. Instead let life live through you. And do not worry that your life is turning upside down. How do you know that the side you are used to is better than the one to come?”</a:t>
            </a:r>
          </a:p>
          <a:p>
            <a:r>
              <a:rPr lang="en-US" dirty="0"/>
              <a:t>- Rumi</a:t>
            </a:r>
          </a:p>
        </p:txBody>
      </p:sp>
      <p:sp>
        <p:nvSpPr>
          <p:cNvPr id="2" name="Slide Number Placeholder 1">
            <a:extLst>
              <a:ext uri="{FF2B5EF4-FFF2-40B4-BE49-F238E27FC236}">
                <a16:creationId xmlns:a16="http://schemas.microsoft.com/office/drawing/2014/main" id="{DA128192-0728-892D-258C-A8F14C65D606}"/>
              </a:ext>
            </a:extLst>
          </p:cNvPr>
          <p:cNvSpPr>
            <a:spLocks noGrp="1"/>
          </p:cNvSpPr>
          <p:nvPr>
            <p:ph type="sldNum" sz="quarter" idx="4"/>
          </p:nvPr>
        </p:nvSpPr>
        <p:spPr/>
        <p:txBody>
          <a:bodyPr/>
          <a:lstStyle/>
          <a:p>
            <a:fld id="{C3DB2ADC-AF19-4574-8C10-79B5B04FCA27}" type="slidenum">
              <a:rPr lang="en-US" smtClean="0"/>
              <a:pPr/>
              <a:t>2</a:t>
            </a:fld>
            <a:endParaRPr lang="en-US" dirty="0"/>
          </a:p>
        </p:txBody>
      </p:sp>
      <p:pic>
        <p:nvPicPr>
          <p:cNvPr id="1028" name="Picture 4" descr="some liminal paintings I did : r/LiminalSpace">
            <a:extLst>
              <a:ext uri="{FF2B5EF4-FFF2-40B4-BE49-F238E27FC236}">
                <a16:creationId xmlns:a16="http://schemas.microsoft.com/office/drawing/2014/main" id="{F6D0AB6E-6CD9-4C4C-D240-8902E27288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6588" y="1325880"/>
            <a:ext cx="4504595" cy="3081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88171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0417AF4-08C0-FC51-8823-C041945D63A4}"/>
              </a:ext>
            </a:extLst>
          </p:cNvPr>
          <p:cNvSpPr>
            <a:spLocks noGrp="1"/>
          </p:cNvSpPr>
          <p:nvPr>
            <p:ph type="title"/>
          </p:nvPr>
        </p:nvSpPr>
        <p:spPr>
          <a:xfrm>
            <a:off x="5637007" y="817581"/>
            <a:ext cx="5935869" cy="892347"/>
          </a:xfrm>
        </p:spPr>
        <p:txBody>
          <a:bodyPr/>
          <a:lstStyle/>
          <a:p>
            <a:r>
              <a:rPr lang="en-US" dirty="0"/>
              <a:t>How the quote impacted me</a:t>
            </a:r>
          </a:p>
        </p:txBody>
      </p:sp>
      <p:pic>
        <p:nvPicPr>
          <p:cNvPr id="5" name="Picture Placeholder 16" descr="Logs Stacked ">
            <a:extLst>
              <a:ext uri="{FF2B5EF4-FFF2-40B4-BE49-F238E27FC236}">
                <a16:creationId xmlns:a16="http://schemas.microsoft.com/office/drawing/2014/main" id="{91CDF817-5DD8-B6A6-422E-3161F6D60CCA}"/>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a:ext>
            </a:extLst>
          </a:blip>
          <a:srcRect l="258" r="258"/>
          <a:stretch/>
        </p:blipFill>
        <p:spPr/>
      </p:pic>
      <p:sp>
        <p:nvSpPr>
          <p:cNvPr id="2" name="Content Placeholder 5">
            <a:extLst>
              <a:ext uri="{FF2B5EF4-FFF2-40B4-BE49-F238E27FC236}">
                <a16:creationId xmlns:a16="http://schemas.microsoft.com/office/drawing/2014/main" id="{C4A5D48B-3D00-DC20-44EC-906835FB57FB}"/>
              </a:ext>
            </a:extLst>
          </p:cNvPr>
          <p:cNvSpPr txBox="1">
            <a:spLocks/>
          </p:cNvSpPr>
          <p:nvPr/>
        </p:nvSpPr>
        <p:spPr>
          <a:xfrm>
            <a:off x="5196865" y="1709928"/>
            <a:ext cx="6169127" cy="4233713"/>
          </a:xfrm>
          <a:prstGeom prst="rect">
            <a:avLst/>
          </a:prstGeom>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The quote talked of embracing change and not resisting it. It invites us to surrender not out of defeat, but out of trust in the process of life itself. Rumi subtly suggests that this disruption is often necessary for growth. For a new structure to be built, the old one must sometimes be completely demolished.</a:t>
            </a:r>
          </a:p>
        </p:txBody>
      </p:sp>
    </p:spTree>
    <p:extLst>
      <p:ext uri="{BB962C8B-B14F-4D97-AF65-F5344CB8AC3E}">
        <p14:creationId xmlns:p14="http://schemas.microsoft.com/office/powerpoint/2010/main" val="32505606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2BF5439E-A994-3EE5-80B8-64D8C5A922E8}"/>
              </a:ext>
            </a:extLst>
          </p:cNvPr>
          <p:cNvSpPr>
            <a:spLocks noGrp="1"/>
          </p:cNvSpPr>
          <p:nvPr>
            <p:ph type="ctrTitle"/>
          </p:nvPr>
        </p:nvSpPr>
        <p:spPr>
          <a:xfrm>
            <a:off x="710520" y="776873"/>
            <a:ext cx="5854182" cy="1554847"/>
          </a:xfrm>
        </p:spPr>
        <p:txBody>
          <a:bodyPr/>
          <a:lstStyle/>
          <a:p>
            <a:r>
              <a:rPr lang="en-US" dirty="0"/>
              <a:t>How the quote transcends us on a graceful veil of optimism</a:t>
            </a:r>
          </a:p>
        </p:txBody>
      </p:sp>
      <p:sp>
        <p:nvSpPr>
          <p:cNvPr id="23" name="Subtitle 22">
            <a:extLst>
              <a:ext uri="{FF2B5EF4-FFF2-40B4-BE49-F238E27FC236}">
                <a16:creationId xmlns:a16="http://schemas.microsoft.com/office/drawing/2014/main" id="{D5FF0C52-0A5C-D2E2-6605-0DCC0E0DCE6C}"/>
              </a:ext>
            </a:extLst>
          </p:cNvPr>
          <p:cNvSpPr>
            <a:spLocks noGrp="1"/>
          </p:cNvSpPr>
          <p:nvPr>
            <p:ph type="subTitle" idx="1"/>
          </p:nvPr>
        </p:nvSpPr>
        <p:spPr>
          <a:xfrm>
            <a:off x="710520" y="2645728"/>
            <a:ext cx="6339504" cy="3206431"/>
          </a:xfrm>
        </p:spPr>
        <p:txBody>
          <a:bodyPr/>
          <a:lstStyle/>
          <a:p>
            <a:r>
              <a:rPr lang="en-US" dirty="0"/>
              <a:t>The final, most profound lines pose a rhetorical question: "How do you know that the side you are used to is better than the one to come?”- Rumi reminds us that we are limited in our vision. We can only see the present side. What feels like a fall might actually be the start of a new.</a:t>
            </a:r>
          </a:p>
        </p:txBody>
      </p:sp>
      <p:pic>
        <p:nvPicPr>
          <p:cNvPr id="8" name="Picture Placeholder 12" descr="A dog sitting in the sun rays coming through the trees in a forest ">
            <a:extLst>
              <a:ext uri="{FF2B5EF4-FFF2-40B4-BE49-F238E27FC236}">
                <a16:creationId xmlns:a16="http://schemas.microsoft.com/office/drawing/2014/main" id="{D97472DC-8A80-1368-489B-875AC64FA5D8}"/>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a:ext>
            </a:extLst>
          </a:blip>
          <a:srcRect l="6989" r="6989"/>
          <a:stretch/>
        </p:blipFill>
        <p:spPr/>
      </p:pic>
    </p:spTree>
    <p:extLst>
      <p:ext uri="{BB962C8B-B14F-4D97-AF65-F5344CB8AC3E}">
        <p14:creationId xmlns:p14="http://schemas.microsoft.com/office/powerpoint/2010/main" val="18895605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0796C4E-41C8-0AB3-6886-FBB7C569658B}"/>
              </a:ext>
            </a:extLst>
          </p:cNvPr>
          <p:cNvSpPr>
            <a:spLocks noGrp="1"/>
          </p:cNvSpPr>
          <p:nvPr>
            <p:ph type="title"/>
          </p:nvPr>
        </p:nvSpPr>
        <p:spPr/>
        <p:txBody>
          <a:bodyPr/>
          <a:lstStyle/>
          <a:p>
            <a:r>
              <a:rPr lang="en-US" dirty="0"/>
              <a:t>Thank you</a:t>
            </a:r>
          </a:p>
        </p:txBody>
      </p:sp>
      <p:sp>
        <p:nvSpPr>
          <p:cNvPr id="9" name="Content Placeholder 8">
            <a:extLst>
              <a:ext uri="{FF2B5EF4-FFF2-40B4-BE49-F238E27FC236}">
                <a16:creationId xmlns:a16="http://schemas.microsoft.com/office/drawing/2014/main" id="{C1E39F92-B979-41AB-0918-CE4FADCA0D09}"/>
              </a:ext>
            </a:extLst>
          </p:cNvPr>
          <p:cNvSpPr>
            <a:spLocks noGrp="1"/>
          </p:cNvSpPr>
          <p:nvPr>
            <p:ph sz="quarter" idx="11"/>
          </p:nvPr>
        </p:nvSpPr>
        <p:spPr/>
        <p:txBody>
          <a:bodyPr/>
          <a:lstStyle/>
          <a:p>
            <a:r>
              <a:rPr lang="en-US" dirty="0"/>
              <a:t>Arka Provo Pal</a:t>
            </a:r>
          </a:p>
          <a:p>
            <a:r>
              <a:rPr lang="en-US" dirty="0"/>
              <a:t>Arka.Pal@ltimindtree.com</a:t>
            </a:r>
          </a:p>
        </p:txBody>
      </p:sp>
    </p:spTree>
    <p:extLst>
      <p:ext uri="{BB962C8B-B14F-4D97-AF65-F5344CB8AC3E}">
        <p14:creationId xmlns:p14="http://schemas.microsoft.com/office/powerpoint/2010/main" val="1716896367"/>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78B3239-FE1A-45AC-BACA-CC3412D875A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1C92F81-A6B6-4190-80A1-406B3B4C18B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7B916DD8-9028-41F0-AB19-FE384D2009A2}">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{9B482DA9-DC95-4E63-90B8-A87D96C3DDF6}TFdebd256e-aaab-47ef-8933-ab65ac9ce059c506dcd1_win32-57e7001d6a70</Template>
  <TotalTime>33</TotalTime>
  <Words>218</Words>
  <Application>Microsoft Office PowerPoint</Application>
  <PresentationFormat>Widescreen</PresentationFormat>
  <Paragraphs>16</Paragraphs>
  <Slides>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Calisto MT</vt:lpstr>
      <vt:lpstr>Univers Condensed</vt:lpstr>
      <vt:lpstr>ChronicleVTI</vt:lpstr>
      <vt:lpstr>The captivating quote I recently came across</vt:lpstr>
      <vt:lpstr>PowerPoint Presentation</vt:lpstr>
      <vt:lpstr>How the quote impacted me</vt:lpstr>
      <vt:lpstr>How the quote transcends us on a graceful veil of optimism</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Arka Provo Pal</dc:creator>
  <cp:lastModifiedBy>Arka Provo Pal</cp:lastModifiedBy>
  <cp:revision>1</cp:revision>
  <dcterms:created xsi:type="dcterms:W3CDTF">2025-11-18T03:11:06Z</dcterms:created>
  <dcterms:modified xsi:type="dcterms:W3CDTF">2025-11-18T03:44:27Z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